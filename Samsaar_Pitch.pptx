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Samsaar</a:t>
            </a:r>
          </a:p>
          <a:p>
            <a:r>
              <a:t>Your Ideas, in Moments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Track 5: I Have an Idea — AI Helps Me Build It</a:t>
            </a:r>
          </a:p>
          <a:p/>
          <a:p>
            <a:r>
              <a:t>Problem: You have the idea, but not a team of 50 engineers.</a:t>
            </a:r>
          </a:p>
          <a:p>
            <a:r>
              <a:t>Solution: What if you could just draw your idea and let AI build it?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Meet Samsaar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Your Ideas into Reality</a:t>
            </a:r>
          </a:p>
          <a:p>
            <a:pPr lvl="1"/>
            <a:r>
              <a:t>Infinite Canvas: A fluid, drag-and-drop workspace to brainstorm and wireframe concepts.</a:t>
            </a:r>
          </a:p>
          <a:p>
            <a:pPr lvl="1"/>
            <a:r>
              <a:t>AI-Powered Scaffolding: Google Gemini reads your sketches and instantly transforms them into production-ready React and Tailwind components.</a:t>
            </a:r>
          </a:p>
          <a:p>
            <a:pPr lvl="1"/>
            <a:r>
              <a:t>From Sketch to Startup: Stop fighting with CSS. If you can imagine it and sketch it, Samsaar’s AI can build it right before your eyes.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Like a Real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 code. Real routing. Ready to deploy.</a:t>
            </a:r>
          </a:p>
          <a:p>
            <a:pPr lvl="1"/>
            <a:r>
              <a:t>Smart Multi-Page Export: AI intelligently links multiple pages together and exports your entire project as a deployable .zip file.</a:t>
            </a:r>
          </a:p>
          <a:p>
            <a:pPr lvl="1"/>
            <a:r>
              <a:t>Robust Tech Stack: Next.js, Redux Toolkit (flawless Undo/Redo), and Convex (Real-time DB).</a:t>
            </a:r>
          </a:p>
          <a:p>
            <a:pPr lvl="1"/>
            <a:r>
              <a:t>The Impact: Democratizing software development. Empowering the next generation of founders to build prototypes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